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3528"/>
            <a:ext cx="10868745" cy="36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i="1" spc="-4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745655"/>
            <a:ext cx="298085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i="1" dirty="0">
                <a:solidFill>
                  <a:srgbClr val="F4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Hatem Mahmoud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500251" y="1745655"/>
            <a:ext cx="298085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i="1" dirty="0">
                <a:solidFill>
                  <a:srgbClr val="F4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Abdelmoneim Samir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9027" y="1745655"/>
            <a:ext cx="298085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i="1" dirty="0">
                <a:solidFill>
                  <a:srgbClr val="F4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Alaa Atef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77802" y="1745655"/>
            <a:ext cx="298085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i="1" dirty="0">
                <a:solidFill>
                  <a:srgbClr val="F4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Ali Alaa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2444849"/>
            <a:ext cx="10868745" cy="36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b="1" spc="-4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 supervision of 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1475" y="3096915"/>
            <a:ext cx="1086874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Prof.Ibrahim Gomaa</a:t>
            </a:r>
            <a:endParaRPr lang="en-US" sz="14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Eng.Ahmed Ashraf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6407" y="4684415"/>
            <a:ext cx="840064" cy="6216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914723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Scenario 7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04591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City Bank Branch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502323"/>
            <a:ext cx="6296860" cy="1440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Protect the Internet‑facing banking portal while keeping the core banking database absolutely unreachable from the public Internet. Balance public accessibility with strict internal isolation and operational continuity.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323"/>
            <a:ext cx="1086874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Topology Architecture 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21445"/>
            <a:ext cx="8033244" cy="5209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Firewall Network Interfaces (GUI)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8513"/>
            <a:ext cx="10868745" cy="6113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Firewall Security Policies (GUI)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8513"/>
            <a:ext cx="10868745" cy="6113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Security Zone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59929"/>
            <a:ext cx="10868745" cy="6113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spc="-2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 Policy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8513"/>
            <a:ext cx="10868745" cy="6113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696"/>
            <a:ext cx="10868745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Cloud Topology 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95065"/>
            <a:ext cx="7895135" cy="50950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5139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Firewall Network Interface 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64593"/>
            <a:ext cx="10868547" cy="39398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309"/>
            <a:ext cx="10868745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50" b="1" spc="-5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Firewall Security Policy 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69702"/>
            <a:ext cx="10868745" cy="46804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9322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 Policy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28776"/>
            <a:ext cx="10868547" cy="2411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650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Security Zones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8104"/>
            <a:ext cx="10868745" cy="4272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2262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IP Address 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79786"/>
            <a:ext cx="8148731" cy="36149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226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Detailed Firewall Interface Configuration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64680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Below are the specific IP addresses and zones assigned to each network interface on the firewall, detailing their connections within the City Bank Branch network.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68637"/>
          <a:ext cx="9143771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3260624"/>
                <a:gridCol w="2717186"/>
                <a:gridCol w="2717186"/>
              </a:tblGrid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Interface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IP Address / Mask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Zone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Connected To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200.1.1.1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untrust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LSW1 (Internet)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192.168.10.1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ZTELLER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LSW7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GE1/0/2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192.168.20.1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ZBACKOFFICE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LSW6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GE1/0/3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192.168.30.1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ZATM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192.168.40.1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ZCUSTWIFI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LSW3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GE1/0/5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192.168.50.1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ZDMZ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LSW2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GE1/0/6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192.168.60.1 /24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ZCCTV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LSW5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507555"/>
            <a:ext cx="6296860" cy="184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150" b="1" spc="-22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Thanks</a:t>
            </a:r>
            <a:endParaRPr lang="en-US" sz="1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2026-09-14T20:58:06Z</dcterms:created>
  <dcterms:modified xsi:type="dcterms:W3CDTF">2026-09-14T20:58:06Z</dcterms:modified>
</cp:coreProperties>
</file>